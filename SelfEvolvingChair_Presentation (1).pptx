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isettipragna@gmail.com" userId="ea8b7a0cfcd6fcba" providerId="LiveId" clId="{14A9F950-1A03-45F8-834B-EAF97F422749}"/>
    <pc:docChg chg="modSld">
      <pc:chgData name="kamisettipragna@gmail.com" userId="ea8b7a0cfcd6fcba" providerId="LiveId" clId="{14A9F950-1A03-45F8-834B-EAF97F422749}" dt="2026-04-29T06:38:30.984" v="15" actId="20577"/>
      <pc:docMkLst>
        <pc:docMk/>
      </pc:docMkLst>
      <pc:sldChg chg="modSp mod">
        <pc:chgData name="kamisettipragna@gmail.com" userId="ea8b7a0cfcd6fcba" providerId="LiveId" clId="{14A9F950-1A03-45F8-834B-EAF97F422749}" dt="2026-04-29T06:38:30.984" v="15" actId="20577"/>
        <pc:sldMkLst>
          <pc:docMk/>
          <pc:sldMk cId="0" sldId="256"/>
        </pc:sldMkLst>
        <pc:spChg chg="mod">
          <ac:chgData name="kamisettipragna@gmail.com" userId="ea8b7a0cfcd6fcba" providerId="LiveId" clId="{14A9F950-1A03-45F8-834B-EAF97F422749}" dt="2026-04-29T06:38:30.984" v="15" actId="20577"/>
          <ac:spMkLst>
            <pc:docMk/>
            <pc:sldMk cId="0" sldId="256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893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5BA3C9"/>
          </a:solidFill>
          <a:ln w="12700">
            <a:solidFill>
              <a:srgbClr val="5BA3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548640"/>
            <a:ext cx="2103120" cy="2103120"/>
          </a:xfrm>
          <a:prstGeom prst="ellipse">
            <a:avLst/>
          </a:prstGeom>
          <a:solidFill>
            <a:srgbClr val="2E7D9E">
              <a:alpha val="70000"/>
            </a:srgbClr>
          </a:solidFill>
          <a:ln w="25400">
            <a:solidFill>
              <a:srgbClr val="5BA3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0" y="64008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🪑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SELF-EVOLVING CHAIR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B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Product Design 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669280" cy="36576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299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Kamisetti Pragna Sri Sai Lakshmi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4937760" cy="27432"/>
          </a:xfrm>
          <a:prstGeom prst="rect">
            <a:avLst/>
          </a:prstGeom>
          <a:solidFill>
            <a:srgbClr val="C8D8E4">
              <a:alpha val="60000"/>
            </a:srgbClr>
          </a:solidFill>
          <a:ln w="12700">
            <a:solidFill>
              <a:srgbClr val="C8D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42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83464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Chipurupalli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Renuka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4360" y="32186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Yedlapalli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Sai Vijaya Durga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360273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Amalakanti</a:t>
            </a:r>
            <a:r>
              <a:rPr lang="en-US" sz="13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Narasimha 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Murthy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398678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– 26  |  Department of Design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137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2E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3258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furniture design become truly community-driven, adaptive, and continuously evolving?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514600"/>
            <a:ext cx="2606040" cy="64008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547872"/>
            <a:ext cx="23865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 is controlled by few companies with no community participation or feedback loop.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251460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514600"/>
            <a:ext cx="2606040" cy="64008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5786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83280" y="3154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01568" y="3547872"/>
            <a:ext cx="23865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furniture ignores individual ergonomic needs, body types, and working styles.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51460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514600"/>
            <a:ext cx="2606040" cy="64008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5786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17920" y="3154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36208" y="3547872"/>
            <a:ext cx="23865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don't evolve after release. User feedback rarely translates into meaningful updates.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0" y="137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Decentralized, Community-Powered Chair Design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920240" cy="2743200"/>
          </a:xfrm>
          <a:prstGeom prst="rect">
            <a:avLst/>
          </a:prstGeom>
          <a:solidFill>
            <a:srgbClr val="1E3A50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38528"/>
            <a:ext cx="914400" cy="914400"/>
          </a:xfrm>
          <a:prstGeom prst="ellipse">
            <a:avLst/>
          </a:prstGeom>
          <a:solidFill>
            <a:srgbClr val="2E7D9E"/>
          </a:solidFill>
          <a:ln w="12700">
            <a:solidFill>
              <a:srgbClr val="5BA3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38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create chair variants using an intuitive studio with AI assistance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43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14600" y="1828800"/>
            <a:ext cx="1920240" cy="2743200"/>
          </a:xfrm>
          <a:prstGeom prst="rect">
            <a:avLst/>
          </a:prstGeom>
          <a:solidFill>
            <a:srgbClr val="1E3A50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1938528"/>
            <a:ext cx="914400" cy="914400"/>
          </a:xfrm>
          <a:prstGeom prst="ellipse">
            <a:avLst/>
          </a:prstGeom>
          <a:solidFill>
            <a:srgbClr val="2E7D9E"/>
          </a:solidFill>
          <a:ln w="12700">
            <a:solidFill>
              <a:srgbClr val="5BA3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938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06040" y="2971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338328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votes on designs using a reputation-weighted system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43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1828800"/>
            <a:ext cx="1920240" cy="2743200"/>
          </a:xfrm>
          <a:prstGeom prst="rect">
            <a:avLst/>
          </a:prstGeom>
          <a:solidFill>
            <a:srgbClr val="1E3A50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938528"/>
            <a:ext cx="914400" cy="914400"/>
          </a:xfrm>
          <a:prstGeom prst="ellipse">
            <a:avLst/>
          </a:prstGeom>
          <a:solidFill>
            <a:srgbClr val="2E7D9E"/>
          </a:solidFill>
          <a:ln w="12700">
            <a:solidFill>
              <a:srgbClr val="5BA3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938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0" y="2971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338328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combines top-voted designs to generate evolved iterations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43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12280" y="1828800"/>
            <a:ext cx="1920240" cy="2743200"/>
          </a:xfrm>
          <a:prstGeom prst="rect">
            <a:avLst/>
          </a:prstGeom>
          <a:solidFill>
            <a:srgbClr val="1E3A50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1938528"/>
            <a:ext cx="914400" cy="914400"/>
          </a:xfrm>
          <a:prstGeom prst="ellipse">
            <a:avLst/>
          </a:prstGeom>
          <a:solidFill>
            <a:srgbClr val="2E7D9E"/>
          </a:solidFill>
          <a:ln w="12700">
            <a:solidFill>
              <a:srgbClr val="5BA3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1938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03720" y="2971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338328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timeline &amp; blockchain-hash audit trail of every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137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2E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80160"/>
            <a:ext cx="64008" cy="160020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76072" y="19385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2240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SVG chair preview with adjustable material, color, ergonomics, and sustainability settings.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80160"/>
            <a:ext cx="64008" cy="160020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10712" y="19385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Community Chat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240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with vote commands, AI bot responses, and online user tracking.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2801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280160"/>
            <a:ext cx="64008" cy="160020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45352" y="19385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Evolution Engine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2240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generates new chair generations by merging top-voted designs.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1089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108960"/>
            <a:ext cx="64008" cy="160020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76072" y="37673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" y="4069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leaderboards, and design statistics updated in real time.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31089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108960"/>
            <a:ext cx="64008" cy="160020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410712" y="37673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Timeline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10712" y="4069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version history with blockchain-style hash for every design submission.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31089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3108960"/>
            <a:ext cx="64008" cy="160020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245352" y="37673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Score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45352" y="4069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recycled content percentage and promotes eco-friendly design choices.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0" y="137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2E7D9E"/>
          </a:solidFill>
          <a:ln w="12700">
            <a:solidFill>
              <a:srgbClr val="5BA3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• CSS3 • Vanilla JS • SVG • Chart.js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1C5F80"/>
          </a:solidFill>
          <a:ln w="12700">
            <a:solidFill>
              <a:srgbClr val="5BA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Studio • Live Chat Engine • AI Bot • Vote Manager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154A63"/>
          </a:solidFill>
          <a:ln w="12700">
            <a:solidFill>
              <a:srgbClr val="5BA3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• JSON State • Real-time Sync • Hash Ledger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0E3448"/>
          </a:solidFill>
          <a:ln w="12700">
            <a:solidFill>
              <a:srgbClr val="5BA3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EVOLUTION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Genetic-style Design Merging • Parameter Averaging • Generation Tracking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Entirely client-side — no backend required. All state persists via browser localStorage.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137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2E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109728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25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88720" y="1325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Decentralized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authority controls design decisions. Community consensus drives evolution.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234440"/>
            <a:ext cx="64008" cy="109728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325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23560" y="1325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Ownership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16916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earn reputation and recognition for their contributions to the system.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14600"/>
            <a:ext cx="64008" cy="109728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6060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♻️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88720" y="2606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Eco-Conscious Design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29718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sustainability scoring encourages use of recycled and eco-friendly materials.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5146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514600"/>
            <a:ext cx="64008" cy="109728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26060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623560" y="2606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29718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chat, instant voting, and live dashboards create a dynamic design environment.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7947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794760"/>
            <a:ext cx="64008" cy="109728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8862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🧬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188720" y="3886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Evolution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425196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evolution ensures the design never stagnates — best ideas always survive.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37947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794760"/>
            <a:ext cx="64008" cy="109728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38862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623560" y="3886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&amp; Auditable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23560" y="425196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has a unique hash, creating an immutable record of the evolution chain.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0" y="137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194590"/>
              </p:ext>
            </p:extLst>
          </p:nvPr>
        </p:nvGraphicFramePr>
        <p:xfrm>
          <a:off x="457200" y="1097280"/>
          <a:ext cx="7675499" cy="3749040"/>
        </p:xfrm>
        <a:graphic>
          <a:graphicData uri="http://schemas.openxmlformats.org/drawingml/2006/table">
            <a:tbl>
              <a:tblPr/>
              <a:tblGrid>
                <a:gridCol w="1731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Cost (INR)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Design &amp; Prototyping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0  (Open  Source Stack)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Hosting (GitHub Pages / Netlify)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0  (Free Tier)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Services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API Integration (optional)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850 / month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Domain Registration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800 / year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&amp; Cross-browser Testing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1,500  (one-time)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Prototype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3D-printed Chair Model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4,500  (one-time)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Miscellaneous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&amp; Marketing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1,200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ESTIMATED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₹ 8,850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137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2E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252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Challenges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LocalStorage size limits for large design datasets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real-time multi-user sync (requires backend/WebSocket)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7340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AI evolution logic is simplified — not truly genetic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2095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Reputation system can be gamed without authentication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6850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Mobile layout needs further optimization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solidFill>
            <a:srgbClr val="2E8B72"/>
          </a:solidFill>
          <a:ln w="12700">
            <a:solidFill>
              <a:srgbClr val="2E8B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252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783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Integrate a real blockchain for design verification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2258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WebSocket-powered live multi-user collaboration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27340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3D model generation from approved designs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32095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Partnership with manufacturers for production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36850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Mobile app with AR chair preview in real spaces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9E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0" y="137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1874520" cy="1463040"/>
          </a:xfrm>
          <a:prstGeom prst="rect">
            <a:avLst/>
          </a:prstGeom>
          <a:solidFill>
            <a:srgbClr val="1A3A55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Free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874520" cy="1463040"/>
          </a:xfrm>
          <a:prstGeom prst="rect">
            <a:avLst/>
          </a:prstGeom>
          <a:solidFill>
            <a:srgbClr val="1A3A55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2618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Evolution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1874520" cy="1463040"/>
          </a:xfrm>
          <a:prstGeom prst="rect">
            <a:avLst/>
          </a:prstGeom>
          <a:solidFill>
            <a:srgbClr val="1A3A55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2618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17720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1188720"/>
            <a:ext cx="1874520" cy="1463040"/>
          </a:xfrm>
          <a:prstGeom prst="rect">
            <a:avLst/>
          </a:prstGeom>
          <a:solidFill>
            <a:srgbClr val="1A3A55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2618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20840" y="1920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Growth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834640"/>
            <a:ext cx="8321040" cy="1920240"/>
          </a:xfrm>
          <a:prstGeom prst="rect">
            <a:avLst/>
          </a:prstGeom>
          <a:solidFill>
            <a:srgbClr val="1A3A55"/>
          </a:solidFill>
          <a:ln w="12700">
            <a:solidFill>
              <a:srgbClr val="2E7D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260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Self-Evolving Chair demonstrates that product design can be democratized.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364992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</a:t>
            </a:r>
            <a:r>
              <a:rPr lang="en-US" sz="1300" b="1" dirty="0">
                <a:solidFill>
                  <a:srgbClr val="5B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voting, AI-driven evolution, real-time collaboration, </a:t>
            </a:r>
            <a:r>
              <a:rPr lang="en-US" sz="13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300" b="1" dirty="0">
                <a:solidFill>
                  <a:srgbClr val="5B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tracking</a:t>
            </a:r>
            <a:r>
              <a:rPr lang="en-US" sz="13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our platform proves that anyone can be a designer — and that the best products emerge when everyone has a voice.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3657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🪑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54203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Self-Evolving Chair  |  Decentralized Product Design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questions, feedback, and collaboration.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711</Words>
  <Application>Microsoft Office PowerPoint</Application>
  <PresentationFormat>On-screen Show (16:9)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Self-Evolving Chair</dc:title>
  <dc:subject>PptxGenJS Presentation</dc:subject>
  <dc:creator>PptxGenJS</dc:creator>
  <cp:lastModifiedBy>kamisettipragna@gmail.com</cp:lastModifiedBy>
  <cp:revision>2</cp:revision>
  <dcterms:created xsi:type="dcterms:W3CDTF">2026-04-28T01:26:17Z</dcterms:created>
  <dcterms:modified xsi:type="dcterms:W3CDTF">2026-04-29T06:38:38Z</dcterms:modified>
</cp:coreProperties>
</file>